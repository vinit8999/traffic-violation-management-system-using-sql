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62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2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07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86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8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69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32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0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06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6588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201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9191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38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80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24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Vehicle Traffic Violation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 Mini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Database Name: vehicles</a:t>
            </a:r>
          </a:p>
          <a:p>
            <a:r>
              <a:t>- Purpose: Manage vehicle, driver, violation &amp; payment data</a:t>
            </a:r>
          </a:p>
          <a:p>
            <a:r>
              <a:t>- Based on real-world traffic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vehicles</a:t>
            </a:r>
          </a:p>
          <a:p>
            <a:r>
              <a:t>- drivers</a:t>
            </a:r>
          </a:p>
          <a:p>
            <a:r>
              <a:t>- violations</a:t>
            </a:r>
          </a:p>
          <a:p>
            <a:r>
              <a:t>- violation_records</a:t>
            </a:r>
          </a:p>
          <a:p>
            <a:r>
              <a:t>- payments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vehicle_id → violation_records</a:t>
            </a:r>
          </a:p>
          <a:p>
            <a:r>
              <a:t>- driver_id → violation_records</a:t>
            </a:r>
          </a:p>
          <a:p>
            <a:r>
              <a:t>- violation_id → violation_records</a:t>
            </a:r>
          </a:p>
          <a:p>
            <a:r>
              <a:t>- record_id → payments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Unpaid violation records</a:t>
            </a:r>
          </a:p>
          <a:p>
            <a:r>
              <a:t>- City-wise vehicle data</a:t>
            </a:r>
          </a:p>
          <a:p>
            <a:r>
              <a:t>- Date-wise violations</a:t>
            </a:r>
          </a:p>
          <a:p>
            <a:r>
              <a:t>- High fine violations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&amp; Limiting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ORDER BY violation_date DESC</a:t>
            </a:r>
          </a:p>
          <a:p>
            <a:r>
              <a:t>- LIMIT used to fetch sample records</a:t>
            </a:r>
          </a:p>
          <a:p>
            <a:r>
              <a:t>- Alias used for clarity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INNER JOIN → violation details with driver name</a:t>
            </a:r>
          </a:p>
          <a:p>
            <a:r>
              <a:t>- RIGHT JOIN → all violation records</a:t>
            </a:r>
          </a:p>
          <a:p>
            <a:r>
              <a:t>- Join improves data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Conditions &amp;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IF condition → Adult / Minor</a:t>
            </a:r>
          </a:p>
          <a:p>
            <a:r>
              <a:t>- SUM() → total fine collection</a:t>
            </a:r>
          </a:p>
          <a:p>
            <a:r>
              <a:t>- COUNT() + GROUP BY → location-wise violations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Identified unpaid fines</a:t>
            </a:r>
          </a:p>
          <a:p>
            <a:r>
              <a:t>- Found high violation locations</a:t>
            </a:r>
          </a:p>
          <a:p>
            <a:r>
              <a:t>- Calculated total fine revenue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Concepts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DDL, DML</a:t>
            </a:r>
          </a:p>
          <a:p>
            <a:r>
              <a:t>- Joins</a:t>
            </a:r>
          </a:p>
          <a:p>
            <a:r>
              <a:t>- WHERE, ORDER BY, GROUP BY</a:t>
            </a:r>
          </a:p>
          <a:p>
            <a:r>
              <a:t>- Aggregate &amp; Conditional functions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62" y="1930400"/>
            <a:ext cx="8229600" cy="4525963"/>
          </a:xfrm>
        </p:spPr>
        <p:txBody>
          <a:bodyPr/>
          <a:lstStyle/>
          <a:p>
            <a:r>
              <a:rPr dirty="0"/>
              <a:t>Improved understanding of relational database design</a:t>
            </a:r>
          </a:p>
          <a:p>
            <a:r>
              <a:rPr dirty="0"/>
              <a:t>Hands-on practice with primary &amp; foreign keys</a:t>
            </a:r>
          </a:p>
          <a:p>
            <a:r>
              <a:rPr dirty="0"/>
              <a:t>Ability to write real-world SQL queries</a:t>
            </a:r>
          </a:p>
          <a:p>
            <a:r>
              <a:rPr dirty="0"/>
              <a:t>Better clarity on JOIN operations and aggregations</a:t>
            </a:r>
          </a:p>
          <a:p>
            <a:r>
              <a:rPr dirty="0"/>
              <a:t>Experience analyzing traffic violation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22" y="1762194"/>
            <a:ext cx="8229600" cy="4525963"/>
          </a:xfrm>
        </p:spPr>
        <p:txBody>
          <a:bodyPr>
            <a:normAutofit/>
          </a:bodyPr>
          <a:lstStyle/>
          <a:p>
            <a:r>
              <a:rPr dirty="0"/>
              <a:t>This project strengthened my SQL fundamentals</a:t>
            </a:r>
          </a:p>
          <a:p>
            <a:r>
              <a:rPr dirty="0"/>
              <a:t>Worked with realistic traffic violation scenarios</a:t>
            </a:r>
          </a:p>
          <a:p>
            <a:r>
              <a:rPr dirty="0"/>
              <a:t>Focused on learning, not UI or application layer</a:t>
            </a:r>
          </a:p>
          <a:p>
            <a:r>
              <a:rPr dirty="0"/>
              <a:t>Provided strong base for advanced SQL concepts</a:t>
            </a:r>
          </a:p>
          <a:p>
            <a:r>
              <a:rPr dirty="0"/>
              <a:t>Suitable for beginner to intermediate SQL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274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Vehicle Traffic Violation System</vt:lpstr>
      <vt:lpstr>Database Overview</vt:lpstr>
      <vt:lpstr>Tables Used</vt:lpstr>
      <vt:lpstr>Table Relationships</vt:lpstr>
      <vt:lpstr>Basic Queries</vt:lpstr>
      <vt:lpstr>Sorting &amp; Limiting</vt:lpstr>
      <vt:lpstr>Joins Used</vt:lpstr>
      <vt:lpstr>Conditions &amp; Aggregation</vt:lpstr>
      <vt:lpstr>Analysis Outcome</vt:lpstr>
      <vt:lpstr>SQL Concepts Covered</vt:lpstr>
      <vt:lpstr>Project Outcomes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RAPARTI</cp:lastModifiedBy>
  <cp:revision>2</cp:revision>
  <dcterms:created xsi:type="dcterms:W3CDTF">2013-01-27T09:14:16Z</dcterms:created>
  <dcterms:modified xsi:type="dcterms:W3CDTF">2026-01-01T13:20:02Z</dcterms:modified>
  <cp:category/>
</cp:coreProperties>
</file>